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F17ADF-669D-4A29-9D73-A75E8B4FA7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2E42409-991D-4B6F-B67C-98623A57F5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Nearly every ministry is represented on the list</a:t>
          </a:r>
        </a:p>
      </dgm:t>
    </dgm:pt>
    <dgm:pt modelId="{7FA2CCF7-A5AC-41EA-A981-787FB9C11BC5}" type="parTrans" cxnId="{9EE0301D-E109-44B6-AF1C-3C5CA87BA6AB}">
      <dgm:prSet/>
      <dgm:spPr/>
      <dgm:t>
        <a:bodyPr/>
        <a:lstStyle/>
        <a:p>
          <a:endParaRPr lang="en-US" sz="2800"/>
        </a:p>
      </dgm:t>
    </dgm:pt>
    <dgm:pt modelId="{E0A597ED-3531-4243-B330-27D5AD73BCA6}" type="sibTrans" cxnId="{9EE0301D-E109-44B6-AF1C-3C5CA87BA6AB}">
      <dgm:prSet/>
      <dgm:spPr/>
      <dgm:t>
        <a:bodyPr/>
        <a:lstStyle/>
        <a:p>
          <a:endParaRPr lang="en-US" sz="2800"/>
        </a:p>
      </dgm:t>
    </dgm:pt>
    <dgm:pt modelId="{6DC5835C-68E6-4938-8B60-E83F6E1D84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It is not exhaustive</a:t>
          </a:r>
        </a:p>
      </dgm:t>
    </dgm:pt>
    <dgm:pt modelId="{AF353BDF-F23D-4C00-8A80-0CCD7181F0F1}" type="parTrans" cxnId="{CA8D37A6-FBCC-4E36-A244-91E67B702D04}">
      <dgm:prSet/>
      <dgm:spPr/>
      <dgm:t>
        <a:bodyPr/>
        <a:lstStyle/>
        <a:p>
          <a:endParaRPr lang="en-US" sz="2800"/>
        </a:p>
      </dgm:t>
    </dgm:pt>
    <dgm:pt modelId="{07F4BDC0-D7D5-432B-89BC-9F56359C6D15}" type="sibTrans" cxnId="{CA8D37A6-FBCC-4E36-A244-91E67B702D04}">
      <dgm:prSet/>
      <dgm:spPr/>
      <dgm:t>
        <a:bodyPr/>
        <a:lstStyle/>
        <a:p>
          <a:endParaRPr lang="en-US" sz="2800"/>
        </a:p>
      </dgm:t>
    </dgm:pt>
    <dgm:pt modelId="{A0F0F407-4560-4C1D-B6AB-8988C1C24B4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Most agencies are </a:t>
          </a:r>
          <a:r>
            <a:rPr lang="en-US" sz="3200" b="1" dirty="0"/>
            <a:t>not</a:t>
          </a:r>
          <a:r>
            <a:rPr lang="en-US" sz="3200" dirty="0"/>
            <a:t> represented</a:t>
          </a:r>
        </a:p>
      </dgm:t>
    </dgm:pt>
    <dgm:pt modelId="{1B968C6B-29D8-4060-88B6-1399130FC4FE}" type="parTrans" cxnId="{CFDEF73E-DF37-49C8-A39A-39608B9982A7}">
      <dgm:prSet/>
      <dgm:spPr/>
      <dgm:t>
        <a:bodyPr/>
        <a:lstStyle/>
        <a:p>
          <a:endParaRPr lang="en-US" sz="2800"/>
        </a:p>
      </dgm:t>
    </dgm:pt>
    <dgm:pt modelId="{9523F0F2-8C71-4257-AE65-7A3916D4FBD4}" type="sibTrans" cxnId="{CFDEF73E-DF37-49C8-A39A-39608B9982A7}">
      <dgm:prSet/>
      <dgm:spPr/>
      <dgm:t>
        <a:bodyPr/>
        <a:lstStyle/>
        <a:p>
          <a:endParaRPr lang="en-US" sz="2800"/>
        </a:p>
      </dgm:t>
    </dgm:pt>
    <dgm:pt modelId="{EC5CEB31-1B43-4494-892E-B5EEBBFB783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Survey of available data found on ministry websites</a:t>
          </a:r>
        </a:p>
      </dgm:t>
    </dgm:pt>
    <dgm:pt modelId="{3F182B72-BE72-4727-8744-511E0D0F1669}" type="parTrans" cxnId="{7EB35E0C-9046-4BE9-9350-B843C8307543}">
      <dgm:prSet/>
      <dgm:spPr/>
      <dgm:t>
        <a:bodyPr/>
        <a:lstStyle/>
        <a:p>
          <a:endParaRPr lang="en-US" sz="2800"/>
        </a:p>
      </dgm:t>
    </dgm:pt>
    <dgm:pt modelId="{96B228F8-CFBD-4F82-9C0C-CA0C68D4BB34}" type="sibTrans" cxnId="{7EB35E0C-9046-4BE9-9350-B843C8307543}">
      <dgm:prSet/>
      <dgm:spPr/>
      <dgm:t>
        <a:bodyPr/>
        <a:lstStyle/>
        <a:p>
          <a:endParaRPr lang="en-US" sz="2800"/>
        </a:p>
      </dgm:t>
    </dgm:pt>
    <dgm:pt modelId="{5560805B-D201-47E3-9857-CC1B34B19082}" type="pres">
      <dgm:prSet presAssocID="{67F17ADF-669D-4A29-9D73-A75E8B4FA7AA}" presName="root" presStyleCnt="0">
        <dgm:presLayoutVars>
          <dgm:dir/>
          <dgm:resizeHandles val="exact"/>
        </dgm:presLayoutVars>
      </dgm:prSet>
      <dgm:spPr/>
    </dgm:pt>
    <dgm:pt modelId="{C3A03ED3-155D-4D1C-9570-FF9180AD7135}" type="pres">
      <dgm:prSet presAssocID="{22E42409-991D-4B6F-B67C-98623A57F548}" presName="compNode" presStyleCnt="0"/>
      <dgm:spPr/>
    </dgm:pt>
    <dgm:pt modelId="{BAD16AEA-3C59-4AA9-9C1A-53787C65EDD5}" type="pres">
      <dgm:prSet presAssocID="{22E42409-991D-4B6F-B67C-98623A57F548}" presName="bgRect" presStyleLbl="bgShp" presStyleIdx="0" presStyleCnt="4"/>
      <dgm:spPr/>
    </dgm:pt>
    <dgm:pt modelId="{830ADEBB-60B9-4132-8410-B9EF0527B423}" type="pres">
      <dgm:prSet presAssocID="{22E42409-991D-4B6F-B67C-98623A57F5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A685C726-1179-4F94-9971-B97DBDCA8593}" type="pres">
      <dgm:prSet presAssocID="{22E42409-991D-4B6F-B67C-98623A57F548}" presName="spaceRect" presStyleCnt="0"/>
      <dgm:spPr/>
    </dgm:pt>
    <dgm:pt modelId="{1A9100B1-21B1-4139-80E7-44D7FA1EEFAF}" type="pres">
      <dgm:prSet presAssocID="{22E42409-991D-4B6F-B67C-98623A57F548}" presName="parTx" presStyleLbl="revTx" presStyleIdx="0" presStyleCnt="4">
        <dgm:presLayoutVars>
          <dgm:chMax val="0"/>
          <dgm:chPref val="0"/>
        </dgm:presLayoutVars>
      </dgm:prSet>
      <dgm:spPr/>
    </dgm:pt>
    <dgm:pt modelId="{978704DC-3858-434F-BD53-80183E42CD52}" type="pres">
      <dgm:prSet presAssocID="{E0A597ED-3531-4243-B330-27D5AD73BCA6}" presName="sibTrans" presStyleCnt="0"/>
      <dgm:spPr/>
    </dgm:pt>
    <dgm:pt modelId="{D85AAED8-A993-49A4-A284-894BE03F5346}" type="pres">
      <dgm:prSet presAssocID="{6DC5835C-68E6-4938-8B60-E83F6E1D84A5}" presName="compNode" presStyleCnt="0"/>
      <dgm:spPr/>
    </dgm:pt>
    <dgm:pt modelId="{88DDE501-E2AE-48A1-92EA-38330CFB70EF}" type="pres">
      <dgm:prSet presAssocID="{6DC5835C-68E6-4938-8B60-E83F6E1D84A5}" presName="bgRect" presStyleLbl="bgShp" presStyleIdx="1" presStyleCnt="4"/>
      <dgm:spPr/>
    </dgm:pt>
    <dgm:pt modelId="{668501ED-21FF-4296-BDA8-CD8A3430E7B4}" type="pres">
      <dgm:prSet presAssocID="{6DC5835C-68E6-4938-8B60-E83F6E1D84A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669A416B-956D-4F17-AC00-1DB434171BE5}" type="pres">
      <dgm:prSet presAssocID="{6DC5835C-68E6-4938-8B60-E83F6E1D84A5}" presName="spaceRect" presStyleCnt="0"/>
      <dgm:spPr/>
    </dgm:pt>
    <dgm:pt modelId="{277C09C4-DC75-4CA6-BFCF-22D8F948C58B}" type="pres">
      <dgm:prSet presAssocID="{6DC5835C-68E6-4938-8B60-E83F6E1D84A5}" presName="parTx" presStyleLbl="revTx" presStyleIdx="1" presStyleCnt="4">
        <dgm:presLayoutVars>
          <dgm:chMax val="0"/>
          <dgm:chPref val="0"/>
        </dgm:presLayoutVars>
      </dgm:prSet>
      <dgm:spPr/>
    </dgm:pt>
    <dgm:pt modelId="{0401682A-C463-4610-A8BB-324872D04471}" type="pres">
      <dgm:prSet presAssocID="{07F4BDC0-D7D5-432B-89BC-9F56359C6D15}" presName="sibTrans" presStyleCnt="0"/>
      <dgm:spPr/>
    </dgm:pt>
    <dgm:pt modelId="{9749F0DC-B240-45A1-8EEC-468F41A9EF92}" type="pres">
      <dgm:prSet presAssocID="{A0F0F407-4560-4C1D-B6AB-8988C1C24B47}" presName="compNode" presStyleCnt="0"/>
      <dgm:spPr/>
    </dgm:pt>
    <dgm:pt modelId="{12B37F79-E68D-4F98-BEB1-066C08BF0829}" type="pres">
      <dgm:prSet presAssocID="{A0F0F407-4560-4C1D-B6AB-8988C1C24B47}" presName="bgRect" presStyleLbl="bgShp" presStyleIdx="2" presStyleCnt="4"/>
      <dgm:spPr/>
    </dgm:pt>
    <dgm:pt modelId="{5E5B53FD-DB92-4B9E-89B3-3AA815E8C11A}" type="pres">
      <dgm:prSet presAssocID="{A0F0F407-4560-4C1D-B6AB-8988C1C24B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F3369A55-F2F1-421A-9A94-7EE73E4DD77F}" type="pres">
      <dgm:prSet presAssocID="{A0F0F407-4560-4C1D-B6AB-8988C1C24B47}" presName="spaceRect" presStyleCnt="0"/>
      <dgm:spPr/>
    </dgm:pt>
    <dgm:pt modelId="{F81C7479-765D-41B4-914C-D20BCD1AEA27}" type="pres">
      <dgm:prSet presAssocID="{A0F0F407-4560-4C1D-B6AB-8988C1C24B47}" presName="parTx" presStyleLbl="revTx" presStyleIdx="2" presStyleCnt="4">
        <dgm:presLayoutVars>
          <dgm:chMax val="0"/>
          <dgm:chPref val="0"/>
        </dgm:presLayoutVars>
      </dgm:prSet>
      <dgm:spPr/>
    </dgm:pt>
    <dgm:pt modelId="{234D7ECE-95CC-431A-8D81-9918480EA08E}" type="pres">
      <dgm:prSet presAssocID="{9523F0F2-8C71-4257-AE65-7A3916D4FBD4}" presName="sibTrans" presStyleCnt="0"/>
      <dgm:spPr/>
    </dgm:pt>
    <dgm:pt modelId="{B8A1295F-BDF6-45D8-9B3D-87DA78C812A3}" type="pres">
      <dgm:prSet presAssocID="{EC5CEB31-1B43-4494-892E-B5EEBBFB783D}" presName="compNode" presStyleCnt="0"/>
      <dgm:spPr/>
    </dgm:pt>
    <dgm:pt modelId="{C5181FF1-A559-4D45-BD5D-3AEAAB4FCBEA}" type="pres">
      <dgm:prSet presAssocID="{EC5CEB31-1B43-4494-892E-B5EEBBFB783D}" presName="bgRect" presStyleLbl="bgShp" presStyleIdx="3" presStyleCnt="4"/>
      <dgm:spPr/>
    </dgm:pt>
    <dgm:pt modelId="{16A4036A-B07E-45E6-AC09-9D3CB07E5B44}" type="pres">
      <dgm:prSet presAssocID="{EC5CEB31-1B43-4494-892E-B5EEBBFB78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CD599DD1-B298-4F44-8822-6EDE4EEEB624}" type="pres">
      <dgm:prSet presAssocID="{EC5CEB31-1B43-4494-892E-B5EEBBFB783D}" presName="spaceRect" presStyleCnt="0"/>
      <dgm:spPr/>
    </dgm:pt>
    <dgm:pt modelId="{3B0AB3F7-6F57-4218-B667-F05CDA829A04}" type="pres">
      <dgm:prSet presAssocID="{EC5CEB31-1B43-4494-892E-B5EEBBFB783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EB35E0C-9046-4BE9-9350-B843C8307543}" srcId="{67F17ADF-669D-4A29-9D73-A75E8B4FA7AA}" destId="{EC5CEB31-1B43-4494-892E-B5EEBBFB783D}" srcOrd="3" destOrd="0" parTransId="{3F182B72-BE72-4727-8744-511E0D0F1669}" sibTransId="{96B228F8-CFBD-4F82-9C0C-CA0C68D4BB34}"/>
    <dgm:cxn modelId="{9EE0301D-E109-44B6-AF1C-3C5CA87BA6AB}" srcId="{67F17ADF-669D-4A29-9D73-A75E8B4FA7AA}" destId="{22E42409-991D-4B6F-B67C-98623A57F548}" srcOrd="0" destOrd="0" parTransId="{7FA2CCF7-A5AC-41EA-A981-787FB9C11BC5}" sibTransId="{E0A597ED-3531-4243-B330-27D5AD73BCA6}"/>
    <dgm:cxn modelId="{7306713D-E732-4D75-952F-0D79366304DE}" type="presOf" srcId="{22E42409-991D-4B6F-B67C-98623A57F548}" destId="{1A9100B1-21B1-4139-80E7-44D7FA1EEFAF}" srcOrd="0" destOrd="0" presId="urn:microsoft.com/office/officeart/2018/2/layout/IconVerticalSolidList"/>
    <dgm:cxn modelId="{CFDEF73E-DF37-49C8-A39A-39608B9982A7}" srcId="{67F17ADF-669D-4A29-9D73-A75E8B4FA7AA}" destId="{A0F0F407-4560-4C1D-B6AB-8988C1C24B47}" srcOrd="2" destOrd="0" parTransId="{1B968C6B-29D8-4060-88B6-1399130FC4FE}" sibTransId="{9523F0F2-8C71-4257-AE65-7A3916D4FBD4}"/>
    <dgm:cxn modelId="{E1843975-E110-4786-9BF0-12B749813950}" type="presOf" srcId="{67F17ADF-669D-4A29-9D73-A75E8B4FA7AA}" destId="{5560805B-D201-47E3-9857-CC1B34B19082}" srcOrd="0" destOrd="0" presId="urn:microsoft.com/office/officeart/2018/2/layout/IconVerticalSolidList"/>
    <dgm:cxn modelId="{CA8D37A6-FBCC-4E36-A244-91E67B702D04}" srcId="{67F17ADF-669D-4A29-9D73-A75E8B4FA7AA}" destId="{6DC5835C-68E6-4938-8B60-E83F6E1D84A5}" srcOrd="1" destOrd="0" parTransId="{AF353BDF-F23D-4C00-8A80-0CCD7181F0F1}" sibTransId="{07F4BDC0-D7D5-432B-89BC-9F56359C6D15}"/>
    <dgm:cxn modelId="{8A25F3B3-79C3-49F2-BF97-2A3562DAB184}" type="presOf" srcId="{A0F0F407-4560-4C1D-B6AB-8988C1C24B47}" destId="{F81C7479-765D-41B4-914C-D20BCD1AEA27}" srcOrd="0" destOrd="0" presId="urn:microsoft.com/office/officeart/2018/2/layout/IconVerticalSolidList"/>
    <dgm:cxn modelId="{D6E714B9-E190-4C14-8EE2-F3C0EAA4439E}" type="presOf" srcId="{6DC5835C-68E6-4938-8B60-E83F6E1D84A5}" destId="{277C09C4-DC75-4CA6-BFCF-22D8F948C58B}" srcOrd="0" destOrd="0" presId="urn:microsoft.com/office/officeart/2018/2/layout/IconVerticalSolidList"/>
    <dgm:cxn modelId="{1BA8D5C6-1706-453E-ADB8-03C31AEE7347}" type="presOf" srcId="{EC5CEB31-1B43-4494-892E-B5EEBBFB783D}" destId="{3B0AB3F7-6F57-4218-B667-F05CDA829A04}" srcOrd="0" destOrd="0" presId="urn:microsoft.com/office/officeart/2018/2/layout/IconVerticalSolidList"/>
    <dgm:cxn modelId="{535322B6-223A-4A4C-A812-5DEC99AB2439}" type="presParOf" srcId="{5560805B-D201-47E3-9857-CC1B34B19082}" destId="{C3A03ED3-155D-4D1C-9570-FF9180AD7135}" srcOrd="0" destOrd="0" presId="urn:microsoft.com/office/officeart/2018/2/layout/IconVerticalSolidList"/>
    <dgm:cxn modelId="{62CFD157-0858-43D2-8202-849D8A6A7506}" type="presParOf" srcId="{C3A03ED3-155D-4D1C-9570-FF9180AD7135}" destId="{BAD16AEA-3C59-4AA9-9C1A-53787C65EDD5}" srcOrd="0" destOrd="0" presId="urn:microsoft.com/office/officeart/2018/2/layout/IconVerticalSolidList"/>
    <dgm:cxn modelId="{74197D53-599C-4EE0-8D9F-4880DD6B9C38}" type="presParOf" srcId="{C3A03ED3-155D-4D1C-9570-FF9180AD7135}" destId="{830ADEBB-60B9-4132-8410-B9EF0527B423}" srcOrd="1" destOrd="0" presId="urn:microsoft.com/office/officeart/2018/2/layout/IconVerticalSolidList"/>
    <dgm:cxn modelId="{30E493AA-909A-47B5-8DA4-7B5BCE59805E}" type="presParOf" srcId="{C3A03ED3-155D-4D1C-9570-FF9180AD7135}" destId="{A685C726-1179-4F94-9971-B97DBDCA8593}" srcOrd="2" destOrd="0" presId="urn:microsoft.com/office/officeart/2018/2/layout/IconVerticalSolidList"/>
    <dgm:cxn modelId="{EB87D16E-3C3A-48C5-A7BE-0B6B238D5D70}" type="presParOf" srcId="{C3A03ED3-155D-4D1C-9570-FF9180AD7135}" destId="{1A9100B1-21B1-4139-80E7-44D7FA1EEFAF}" srcOrd="3" destOrd="0" presId="urn:microsoft.com/office/officeart/2018/2/layout/IconVerticalSolidList"/>
    <dgm:cxn modelId="{292B58C3-20D3-415F-8B61-2CAE7C5ED66A}" type="presParOf" srcId="{5560805B-D201-47E3-9857-CC1B34B19082}" destId="{978704DC-3858-434F-BD53-80183E42CD52}" srcOrd="1" destOrd="0" presId="urn:microsoft.com/office/officeart/2018/2/layout/IconVerticalSolidList"/>
    <dgm:cxn modelId="{0F264A4E-78EC-4929-B72C-360C616B7435}" type="presParOf" srcId="{5560805B-D201-47E3-9857-CC1B34B19082}" destId="{D85AAED8-A993-49A4-A284-894BE03F5346}" srcOrd="2" destOrd="0" presId="urn:microsoft.com/office/officeart/2018/2/layout/IconVerticalSolidList"/>
    <dgm:cxn modelId="{E577C892-025C-4DF5-B3C9-68126C06BE67}" type="presParOf" srcId="{D85AAED8-A993-49A4-A284-894BE03F5346}" destId="{88DDE501-E2AE-48A1-92EA-38330CFB70EF}" srcOrd="0" destOrd="0" presId="urn:microsoft.com/office/officeart/2018/2/layout/IconVerticalSolidList"/>
    <dgm:cxn modelId="{90BFEDB6-B632-4C2F-B000-E08A17BF80DC}" type="presParOf" srcId="{D85AAED8-A993-49A4-A284-894BE03F5346}" destId="{668501ED-21FF-4296-BDA8-CD8A3430E7B4}" srcOrd="1" destOrd="0" presId="urn:microsoft.com/office/officeart/2018/2/layout/IconVerticalSolidList"/>
    <dgm:cxn modelId="{A106E59E-CC0C-4FC5-A606-8845C06915A6}" type="presParOf" srcId="{D85AAED8-A993-49A4-A284-894BE03F5346}" destId="{669A416B-956D-4F17-AC00-1DB434171BE5}" srcOrd="2" destOrd="0" presId="urn:microsoft.com/office/officeart/2018/2/layout/IconVerticalSolidList"/>
    <dgm:cxn modelId="{F75CC152-E03C-48E1-9DAB-E5E804619771}" type="presParOf" srcId="{D85AAED8-A993-49A4-A284-894BE03F5346}" destId="{277C09C4-DC75-4CA6-BFCF-22D8F948C58B}" srcOrd="3" destOrd="0" presId="urn:microsoft.com/office/officeart/2018/2/layout/IconVerticalSolidList"/>
    <dgm:cxn modelId="{0CE5CF76-C142-4470-9261-B00702EA68B5}" type="presParOf" srcId="{5560805B-D201-47E3-9857-CC1B34B19082}" destId="{0401682A-C463-4610-A8BB-324872D04471}" srcOrd="3" destOrd="0" presId="urn:microsoft.com/office/officeart/2018/2/layout/IconVerticalSolidList"/>
    <dgm:cxn modelId="{84509315-04B9-46EA-93C8-928A353DC1B1}" type="presParOf" srcId="{5560805B-D201-47E3-9857-CC1B34B19082}" destId="{9749F0DC-B240-45A1-8EEC-468F41A9EF92}" srcOrd="4" destOrd="0" presId="urn:microsoft.com/office/officeart/2018/2/layout/IconVerticalSolidList"/>
    <dgm:cxn modelId="{AA025885-97DF-4A47-9162-368F59C74FF5}" type="presParOf" srcId="{9749F0DC-B240-45A1-8EEC-468F41A9EF92}" destId="{12B37F79-E68D-4F98-BEB1-066C08BF0829}" srcOrd="0" destOrd="0" presId="urn:microsoft.com/office/officeart/2018/2/layout/IconVerticalSolidList"/>
    <dgm:cxn modelId="{E4489658-A935-4C97-8599-4304321947B0}" type="presParOf" srcId="{9749F0DC-B240-45A1-8EEC-468F41A9EF92}" destId="{5E5B53FD-DB92-4B9E-89B3-3AA815E8C11A}" srcOrd="1" destOrd="0" presId="urn:microsoft.com/office/officeart/2018/2/layout/IconVerticalSolidList"/>
    <dgm:cxn modelId="{0342A6E1-50CA-441B-8FE9-CB5C71370C33}" type="presParOf" srcId="{9749F0DC-B240-45A1-8EEC-468F41A9EF92}" destId="{F3369A55-F2F1-421A-9A94-7EE73E4DD77F}" srcOrd="2" destOrd="0" presId="urn:microsoft.com/office/officeart/2018/2/layout/IconVerticalSolidList"/>
    <dgm:cxn modelId="{3DAC093F-BA91-4B6F-AB10-8EDDF95A2F8F}" type="presParOf" srcId="{9749F0DC-B240-45A1-8EEC-468F41A9EF92}" destId="{F81C7479-765D-41B4-914C-D20BCD1AEA27}" srcOrd="3" destOrd="0" presId="urn:microsoft.com/office/officeart/2018/2/layout/IconVerticalSolidList"/>
    <dgm:cxn modelId="{8E18E04E-5982-4160-B4A6-552168C46A3E}" type="presParOf" srcId="{5560805B-D201-47E3-9857-CC1B34B19082}" destId="{234D7ECE-95CC-431A-8D81-9918480EA08E}" srcOrd="5" destOrd="0" presId="urn:microsoft.com/office/officeart/2018/2/layout/IconVerticalSolidList"/>
    <dgm:cxn modelId="{7EC9D873-7754-4A0D-9D38-12F08E80D5DC}" type="presParOf" srcId="{5560805B-D201-47E3-9857-CC1B34B19082}" destId="{B8A1295F-BDF6-45D8-9B3D-87DA78C812A3}" srcOrd="6" destOrd="0" presId="urn:microsoft.com/office/officeart/2018/2/layout/IconVerticalSolidList"/>
    <dgm:cxn modelId="{AC7D40B9-A965-4F8E-A07E-B54742DD9E64}" type="presParOf" srcId="{B8A1295F-BDF6-45D8-9B3D-87DA78C812A3}" destId="{C5181FF1-A559-4D45-BD5D-3AEAAB4FCBEA}" srcOrd="0" destOrd="0" presId="urn:microsoft.com/office/officeart/2018/2/layout/IconVerticalSolidList"/>
    <dgm:cxn modelId="{256E525E-5E0C-4D44-86BF-6E4F8B8FF2F5}" type="presParOf" srcId="{B8A1295F-BDF6-45D8-9B3D-87DA78C812A3}" destId="{16A4036A-B07E-45E6-AC09-9D3CB07E5B44}" srcOrd="1" destOrd="0" presId="urn:microsoft.com/office/officeart/2018/2/layout/IconVerticalSolidList"/>
    <dgm:cxn modelId="{B50C19E9-D080-4DD1-AC88-21D0D113618C}" type="presParOf" srcId="{B8A1295F-BDF6-45D8-9B3D-87DA78C812A3}" destId="{CD599DD1-B298-4F44-8822-6EDE4EEEB624}" srcOrd="2" destOrd="0" presId="urn:microsoft.com/office/officeart/2018/2/layout/IconVerticalSolidList"/>
    <dgm:cxn modelId="{799D9E51-EA2D-42A1-8D23-C4AAA2AF2E8D}" type="presParOf" srcId="{B8A1295F-BDF6-45D8-9B3D-87DA78C812A3}" destId="{3B0AB3F7-6F57-4218-B667-F05CDA829A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BEBA68-C63C-4AF1-BEB2-78E09EAEF3C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DA04506-430A-46AF-A78F-B5308DF9430C}">
      <dgm:prSet custT="1"/>
      <dgm:spPr/>
      <dgm:t>
        <a:bodyPr/>
        <a:lstStyle/>
        <a:p>
          <a:pPr>
            <a:defRPr cap="all"/>
          </a:pPr>
          <a:r>
            <a:rPr lang="en-US" sz="3200" cap="none" dirty="0"/>
            <a:t>Most of the data on this list is stored in PDF format</a:t>
          </a:r>
        </a:p>
      </dgm:t>
    </dgm:pt>
    <dgm:pt modelId="{B317081B-11EB-4031-B86A-1F04D0C3E87A}" type="parTrans" cxnId="{40FC4C17-585D-40F9-9D99-184A93B6ED0F}">
      <dgm:prSet/>
      <dgm:spPr/>
      <dgm:t>
        <a:bodyPr/>
        <a:lstStyle/>
        <a:p>
          <a:endParaRPr lang="en-US" sz="2800"/>
        </a:p>
      </dgm:t>
    </dgm:pt>
    <dgm:pt modelId="{12D5BDAB-CF65-45DB-9BEB-4463D5D9845D}" type="sibTrans" cxnId="{40FC4C17-585D-40F9-9D99-184A93B6ED0F}">
      <dgm:prSet/>
      <dgm:spPr/>
      <dgm:t>
        <a:bodyPr/>
        <a:lstStyle/>
        <a:p>
          <a:endParaRPr lang="en-US" sz="2800"/>
        </a:p>
      </dgm:t>
    </dgm:pt>
    <dgm:pt modelId="{A21E5E26-033A-4977-ABF9-F70024825F55}">
      <dgm:prSet custT="1"/>
      <dgm:spPr/>
      <dgm:t>
        <a:bodyPr/>
        <a:lstStyle/>
        <a:p>
          <a:pPr>
            <a:defRPr cap="all"/>
          </a:pPr>
          <a:r>
            <a:rPr lang="en-US" sz="3200" cap="none" dirty="0"/>
            <a:t>Will take a lot of manual work to make it usable</a:t>
          </a:r>
        </a:p>
      </dgm:t>
    </dgm:pt>
    <dgm:pt modelId="{540C6BD5-4452-4570-9419-082D9B097AFB}" type="parTrans" cxnId="{739FE934-F51A-41C6-BB8E-8FB12F061AC7}">
      <dgm:prSet/>
      <dgm:spPr/>
      <dgm:t>
        <a:bodyPr/>
        <a:lstStyle/>
        <a:p>
          <a:endParaRPr lang="en-US" sz="2800"/>
        </a:p>
      </dgm:t>
    </dgm:pt>
    <dgm:pt modelId="{ED4011D4-9214-4F21-BF13-B6DC0B2B053A}" type="sibTrans" cxnId="{739FE934-F51A-41C6-BB8E-8FB12F061AC7}">
      <dgm:prSet/>
      <dgm:spPr/>
      <dgm:t>
        <a:bodyPr/>
        <a:lstStyle/>
        <a:p>
          <a:endParaRPr lang="en-US" sz="2800"/>
        </a:p>
      </dgm:t>
    </dgm:pt>
    <dgm:pt modelId="{218B4D4C-D05C-49D5-880C-D376AFB585B1}" type="pres">
      <dgm:prSet presAssocID="{23BEBA68-C63C-4AF1-BEB2-78E09EAEF3C1}" presName="root" presStyleCnt="0">
        <dgm:presLayoutVars>
          <dgm:dir/>
          <dgm:resizeHandles val="exact"/>
        </dgm:presLayoutVars>
      </dgm:prSet>
      <dgm:spPr/>
    </dgm:pt>
    <dgm:pt modelId="{2DE78456-B9B7-4509-B995-D669DA58AAAD}" type="pres">
      <dgm:prSet presAssocID="{3DA04506-430A-46AF-A78F-B5308DF9430C}" presName="compNode" presStyleCnt="0"/>
      <dgm:spPr/>
    </dgm:pt>
    <dgm:pt modelId="{B7283C98-550B-4375-9524-04F23D3801E6}" type="pres">
      <dgm:prSet presAssocID="{3DA04506-430A-46AF-A78F-B5308DF9430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E6C40CDD-5593-45A9-A30B-713E3FB5A3EE}" type="pres">
      <dgm:prSet presAssocID="{3DA04506-430A-46AF-A78F-B5308DF943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C3E9BC0E-31D5-4EFC-8528-216A7322A161}" type="pres">
      <dgm:prSet presAssocID="{3DA04506-430A-46AF-A78F-B5308DF9430C}" presName="spaceRect" presStyleCnt="0"/>
      <dgm:spPr/>
    </dgm:pt>
    <dgm:pt modelId="{94AC66C9-72B8-4B07-9FE2-0E23EC2D0443}" type="pres">
      <dgm:prSet presAssocID="{3DA04506-430A-46AF-A78F-B5308DF9430C}" presName="textRect" presStyleLbl="revTx" presStyleIdx="0" presStyleCnt="2">
        <dgm:presLayoutVars>
          <dgm:chMax val="1"/>
          <dgm:chPref val="1"/>
        </dgm:presLayoutVars>
      </dgm:prSet>
      <dgm:spPr/>
    </dgm:pt>
    <dgm:pt modelId="{545FBD44-FDED-430F-A374-73BE2920DBF7}" type="pres">
      <dgm:prSet presAssocID="{12D5BDAB-CF65-45DB-9BEB-4463D5D9845D}" presName="sibTrans" presStyleCnt="0"/>
      <dgm:spPr/>
    </dgm:pt>
    <dgm:pt modelId="{955ADC99-14FE-41A0-8DE7-1E751501A397}" type="pres">
      <dgm:prSet presAssocID="{A21E5E26-033A-4977-ABF9-F70024825F55}" presName="compNode" presStyleCnt="0"/>
      <dgm:spPr/>
    </dgm:pt>
    <dgm:pt modelId="{621AE740-1C91-4C2A-AC33-5A5DF1334B73}" type="pres">
      <dgm:prSet presAssocID="{A21E5E26-033A-4977-ABF9-F70024825F55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9A7C830-FF9E-48B5-B425-0A469CD69B74}" type="pres">
      <dgm:prSet presAssocID="{A21E5E26-033A-4977-ABF9-F70024825F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0DFCD1FC-3674-4EC5-A2A5-2B6CB35BD7FC}" type="pres">
      <dgm:prSet presAssocID="{A21E5E26-033A-4977-ABF9-F70024825F55}" presName="spaceRect" presStyleCnt="0"/>
      <dgm:spPr/>
    </dgm:pt>
    <dgm:pt modelId="{E54E426E-13E3-4A17-B669-4DC4B340C5E6}" type="pres">
      <dgm:prSet presAssocID="{A21E5E26-033A-4977-ABF9-F70024825F5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0FC4C17-585D-40F9-9D99-184A93B6ED0F}" srcId="{23BEBA68-C63C-4AF1-BEB2-78E09EAEF3C1}" destId="{3DA04506-430A-46AF-A78F-B5308DF9430C}" srcOrd="0" destOrd="0" parTransId="{B317081B-11EB-4031-B86A-1F04D0C3E87A}" sibTransId="{12D5BDAB-CF65-45DB-9BEB-4463D5D9845D}"/>
    <dgm:cxn modelId="{7DA30031-EE6D-4EFD-857C-4F0C6E311FB3}" type="presOf" srcId="{A21E5E26-033A-4977-ABF9-F70024825F55}" destId="{E54E426E-13E3-4A17-B669-4DC4B340C5E6}" srcOrd="0" destOrd="0" presId="urn:microsoft.com/office/officeart/2018/5/layout/IconLeafLabelList"/>
    <dgm:cxn modelId="{739FE934-F51A-41C6-BB8E-8FB12F061AC7}" srcId="{23BEBA68-C63C-4AF1-BEB2-78E09EAEF3C1}" destId="{A21E5E26-033A-4977-ABF9-F70024825F55}" srcOrd="1" destOrd="0" parTransId="{540C6BD5-4452-4570-9419-082D9B097AFB}" sibTransId="{ED4011D4-9214-4F21-BF13-B6DC0B2B053A}"/>
    <dgm:cxn modelId="{5F96C774-1720-4D2B-A334-107CBF0EA979}" type="presOf" srcId="{23BEBA68-C63C-4AF1-BEB2-78E09EAEF3C1}" destId="{218B4D4C-D05C-49D5-880C-D376AFB585B1}" srcOrd="0" destOrd="0" presId="urn:microsoft.com/office/officeart/2018/5/layout/IconLeafLabelList"/>
    <dgm:cxn modelId="{AF5AA99E-ED40-43CF-B204-2164D35B05A1}" type="presOf" srcId="{3DA04506-430A-46AF-A78F-B5308DF9430C}" destId="{94AC66C9-72B8-4B07-9FE2-0E23EC2D0443}" srcOrd="0" destOrd="0" presId="urn:microsoft.com/office/officeart/2018/5/layout/IconLeafLabelList"/>
    <dgm:cxn modelId="{D655D358-4892-415E-8457-F34948D855E0}" type="presParOf" srcId="{218B4D4C-D05C-49D5-880C-D376AFB585B1}" destId="{2DE78456-B9B7-4509-B995-D669DA58AAAD}" srcOrd="0" destOrd="0" presId="urn:microsoft.com/office/officeart/2018/5/layout/IconLeafLabelList"/>
    <dgm:cxn modelId="{A92CE3DC-9DF7-4489-9703-267126EDC232}" type="presParOf" srcId="{2DE78456-B9B7-4509-B995-D669DA58AAAD}" destId="{B7283C98-550B-4375-9524-04F23D3801E6}" srcOrd="0" destOrd="0" presId="urn:microsoft.com/office/officeart/2018/5/layout/IconLeafLabelList"/>
    <dgm:cxn modelId="{F2FDE0DC-3712-48C6-BE09-6872B4A82274}" type="presParOf" srcId="{2DE78456-B9B7-4509-B995-D669DA58AAAD}" destId="{E6C40CDD-5593-45A9-A30B-713E3FB5A3EE}" srcOrd="1" destOrd="0" presId="urn:microsoft.com/office/officeart/2018/5/layout/IconLeafLabelList"/>
    <dgm:cxn modelId="{BC3413D0-5A8F-40B6-AC35-B545FFE5AD03}" type="presParOf" srcId="{2DE78456-B9B7-4509-B995-D669DA58AAAD}" destId="{C3E9BC0E-31D5-4EFC-8528-216A7322A161}" srcOrd="2" destOrd="0" presId="urn:microsoft.com/office/officeart/2018/5/layout/IconLeafLabelList"/>
    <dgm:cxn modelId="{41D9226F-E0F1-4EFC-8212-440CA7016668}" type="presParOf" srcId="{2DE78456-B9B7-4509-B995-D669DA58AAAD}" destId="{94AC66C9-72B8-4B07-9FE2-0E23EC2D0443}" srcOrd="3" destOrd="0" presId="urn:microsoft.com/office/officeart/2018/5/layout/IconLeafLabelList"/>
    <dgm:cxn modelId="{59C3DE2D-4AD2-4A2E-9E55-A84E747EC1E3}" type="presParOf" srcId="{218B4D4C-D05C-49D5-880C-D376AFB585B1}" destId="{545FBD44-FDED-430F-A374-73BE2920DBF7}" srcOrd="1" destOrd="0" presId="urn:microsoft.com/office/officeart/2018/5/layout/IconLeafLabelList"/>
    <dgm:cxn modelId="{5303F0C9-E15B-4302-8AA2-3E6DBC7CD6EB}" type="presParOf" srcId="{218B4D4C-D05C-49D5-880C-D376AFB585B1}" destId="{955ADC99-14FE-41A0-8DE7-1E751501A397}" srcOrd="2" destOrd="0" presId="urn:microsoft.com/office/officeart/2018/5/layout/IconLeafLabelList"/>
    <dgm:cxn modelId="{1E69E1AC-A951-4CDC-93FE-7B3D884A3993}" type="presParOf" srcId="{955ADC99-14FE-41A0-8DE7-1E751501A397}" destId="{621AE740-1C91-4C2A-AC33-5A5DF1334B73}" srcOrd="0" destOrd="0" presId="urn:microsoft.com/office/officeart/2018/5/layout/IconLeafLabelList"/>
    <dgm:cxn modelId="{0D217043-642F-4D46-9265-F5F3933275B8}" type="presParOf" srcId="{955ADC99-14FE-41A0-8DE7-1E751501A397}" destId="{19A7C830-FF9E-48B5-B425-0A469CD69B74}" srcOrd="1" destOrd="0" presId="urn:microsoft.com/office/officeart/2018/5/layout/IconLeafLabelList"/>
    <dgm:cxn modelId="{C963455E-2A5C-4DF6-9786-FB1D73E8666E}" type="presParOf" srcId="{955ADC99-14FE-41A0-8DE7-1E751501A397}" destId="{0DFCD1FC-3674-4EC5-A2A5-2B6CB35BD7FC}" srcOrd="2" destOrd="0" presId="urn:microsoft.com/office/officeart/2018/5/layout/IconLeafLabelList"/>
    <dgm:cxn modelId="{ECA431D8-F87F-4CC2-B30E-AF9ADF3637EE}" type="presParOf" srcId="{955ADC99-14FE-41A0-8DE7-1E751501A397}" destId="{E54E426E-13E3-4A17-B669-4DC4B340C5E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D16AEA-3C59-4AA9-9C1A-53787C65EDD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ADEBB-60B9-4132-8410-B9EF0527B423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100B1-21B1-4139-80E7-44D7FA1EEFAF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Nearly every ministry is represented on the list</a:t>
          </a:r>
        </a:p>
      </dsp:txBody>
      <dsp:txXfrm>
        <a:off x="1057183" y="1805"/>
        <a:ext cx="9458416" cy="915310"/>
      </dsp:txXfrm>
    </dsp:sp>
    <dsp:sp modelId="{88DDE501-E2AE-48A1-92EA-38330CFB70EF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501ED-21FF-4296-BDA8-CD8A3430E7B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C09C4-DC75-4CA6-BFCF-22D8F948C58B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It is not exhaustive</a:t>
          </a:r>
        </a:p>
      </dsp:txBody>
      <dsp:txXfrm>
        <a:off x="1057183" y="1145944"/>
        <a:ext cx="9458416" cy="915310"/>
      </dsp:txXfrm>
    </dsp:sp>
    <dsp:sp modelId="{12B37F79-E68D-4F98-BEB1-066C08BF0829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B53FD-DB92-4B9E-89B3-3AA815E8C11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C7479-765D-41B4-914C-D20BCD1AEA2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Most agencies are </a:t>
          </a:r>
          <a:r>
            <a:rPr lang="en-US" sz="3200" b="1" kern="1200" dirty="0"/>
            <a:t>not</a:t>
          </a:r>
          <a:r>
            <a:rPr lang="en-US" sz="3200" kern="1200" dirty="0"/>
            <a:t> represented</a:t>
          </a:r>
        </a:p>
      </dsp:txBody>
      <dsp:txXfrm>
        <a:off x="1057183" y="2290082"/>
        <a:ext cx="9458416" cy="915310"/>
      </dsp:txXfrm>
    </dsp:sp>
    <dsp:sp modelId="{C5181FF1-A559-4D45-BD5D-3AEAAB4FCBEA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A4036A-B07E-45E6-AC09-9D3CB07E5B44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AB3F7-6F57-4218-B667-F05CDA829A04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Survey of available data found on ministry websites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83C98-550B-4375-9524-04F23D3801E6}">
      <dsp:nvSpPr>
        <dsp:cNvPr id="0" name=""/>
        <dsp:cNvSpPr/>
      </dsp:nvSpPr>
      <dsp:spPr>
        <a:xfrm>
          <a:off x="2044800" y="60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40CDD-5593-45A9-A30B-713E3FB5A3EE}">
      <dsp:nvSpPr>
        <dsp:cNvPr id="0" name=""/>
        <dsp:cNvSpPr/>
      </dsp:nvSpPr>
      <dsp:spPr>
        <a:xfrm>
          <a:off x="2512800" y="528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C66C9-72B8-4B07-9FE2-0E23EC2D0443}">
      <dsp:nvSpPr>
        <dsp:cNvPr id="0" name=""/>
        <dsp:cNvSpPr/>
      </dsp:nvSpPr>
      <dsp:spPr>
        <a:xfrm>
          <a:off x="1342800" y="2940669"/>
          <a:ext cx="3600000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 cap="none" dirty="0"/>
            <a:t>Most of the data on this list is stored in PDF format</a:t>
          </a:r>
        </a:p>
      </dsp:txBody>
      <dsp:txXfrm>
        <a:off x="1342800" y="2940669"/>
        <a:ext cx="3600000" cy="1350000"/>
      </dsp:txXfrm>
    </dsp:sp>
    <dsp:sp modelId="{621AE740-1C91-4C2A-AC33-5A5DF1334B73}">
      <dsp:nvSpPr>
        <dsp:cNvPr id="0" name=""/>
        <dsp:cNvSpPr/>
      </dsp:nvSpPr>
      <dsp:spPr>
        <a:xfrm>
          <a:off x="6274800" y="60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7C830-FF9E-48B5-B425-0A469CD69B74}">
      <dsp:nvSpPr>
        <dsp:cNvPr id="0" name=""/>
        <dsp:cNvSpPr/>
      </dsp:nvSpPr>
      <dsp:spPr>
        <a:xfrm>
          <a:off x="6742800" y="528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E426E-13E3-4A17-B669-4DC4B340C5E6}">
      <dsp:nvSpPr>
        <dsp:cNvPr id="0" name=""/>
        <dsp:cNvSpPr/>
      </dsp:nvSpPr>
      <dsp:spPr>
        <a:xfrm>
          <a:off x="5572800" y="2940669"/>
          <a:ext cx="3600000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 cap="none" dirty="0"/>
            <a:t>Will take a lot of manual work to make it usable</a:t>
          </a:r>
        </a:p>
      </dsp:txBody>
      <dsp:txXfrm>
        <a:off x="5572800" y="2940669"/>
        <a:ext cx="3600000" cy="135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3A57-C2D3-40D9-94FA-75851764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CFBEF-DBE8-461B-981F-E7535F518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BB45E-5559-4F3B-9D28-86140526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8EF0-5667-4FD3-890A-9DB6784E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65C26-A0A2-488F-9FEA-8E972E24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198E-505F-4AA7-ACB2-026D8096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7F67-5B96-4915-AEAD-F5EF8B8B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C79FB-975F-4380-810C-0148A5DCE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BEAA-0411-4DC9-86E5-775F1CF6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1C9D1-B0F5-4203-A372-FF639E4F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5238-93D9-4B56-A0E4-831F66E87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CA457-D8D6-448E-B867-48AFD1BD8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B08A6-AD24-42CF-8DCE-13291C01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85695-B3C7-47FE-88D3-05710BB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A2D3-9371-4428-8E31-3CB97D1E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0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8481-C635-4615-959F-37BDDDD4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BD09-D211-43F2-A236-9DB1F85E4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A4998-3EA9-49CD-B964-7E6B8670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CE326-9B4A-4408-8CB3-CB8B5164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98A22-0C03-477C-968E-4E35DE33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8066B-02DA-414C-AF47-59C82132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9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4FA98-A266-4792-B3F4-13B24664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9598E-039D-4C44-B251-83B48190A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B8614-BD6D-4BEF-97D7-8A39F1BAE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6C302-9940-42C0-815B-61996730F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11157-E40C-4440-AF5F-577B1B31B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B37084-DB6D-49E2-A267-163844BA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625F2-5337-464A-91B7-146A00C3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F71FA2-5B7F-4310-9AED-AAFB3EE1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8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E7C3-EE69-48AD-A8B0-7C68B8B7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08AB6-6162-4AEA-A4E2-F2B0BF24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E930E-0B01-4436-BFA5-B44433DA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BC954-B44C-4800-9925-9D306E85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1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BF640-A2EA-476E-B854-2E63DF48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6748B-DA8F-4174-8F43-FEEEF31C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B13C-13E1-43EA-B862-42DF4728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9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6E4E-0693-4212-9C86-BCC0DC6B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2C63-88A4-4478-BDB6-4F08A873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588A4-047E-442C-814C-C10DCFABF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21F2-3746-4056-8580-22BE50DD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9B22F-D20B-4DDD-A43C-C26FB153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6ECD0-6FBB-4B19-9CEC-A8525862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0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9354-ACCB-4A2A-B977-799FB99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A34AD-F270-44C4-BD70-A97C14D17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2DC1B-DC9A-4216-B827-60FACAB58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3FB2E-73BF-4E56-8770-E07FC62F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A83E2-ED48-4C3A-8B56-07C02C1C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CC797-3DA4-4C92-9AA1-B4A241AB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7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120B-EF65-43B4-A3E8-070141C7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124FE-015B-4837-AE3A-CBEFA41A1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19C1-3865-4DBF-94C8-6150E28B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1481-8CAC-41D0-B380-5BB29444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9B516-206D-4045-A1BF-D754FED4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7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B9669-FE0A-4CA3-999F-B8AE96D03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9B4CE-1645-4164-9140-B76F40550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CF57C-F295-4B83-AB35-4A179A1FD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11D6E-FA9C-48C3-9552-DF8C8EE1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88BFD-288A-465C-8BA2-5269DD46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C2D41-07E0-4853-8E51-19CA08CE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03A2E-1B6A-46B2-AE9A-DF7E402F2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CDA93-E346-40D7-BDAD-783332E5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3D7F5-C5C8-423A-8520-A500A99F97EE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4E55A-3997-422F-B7BE-81C499AE5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9980-9B10-4487-A308-1FEE0EBF7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3D07C-BC71-4C31-9EF9-A6E43A03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1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mongolia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5405-0A06-4E4E-A4A7-41E9F7697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 Data and Where to Find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76B3A-2262-4AB6-A8F3-5DF712390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Mongolian Open Data Sources</a:t>
            </a:r>
          </a:p>
          <a:p>
            <a:r>
              <a:rPr lang="en-US" dirty="0"/>
              <a:t>Robert Ritz</a:t>
            </a:r>
          </a:p>
        </p:txBody>
      </p:sp>
    </p:spTree>
    <p:extLst>
      <p:ext uri="{BB962C8B-B14F-4D97-AF65-F5344CB8AC3E}">
        <p14:creationId xmlns:p14="http://schemas.microsoft.com/office/powerpoint/2010/main" val="247479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8572-B17F-4A7D-9C7E-CF2B3B57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Data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ED1B-36B0-458A-881E-BE852E6D9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17" y="1765805"/>
            <a:ext cx="5024216" cy="47270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Google Sheets</a:t>
            </a:r>
          </a:p>
          <a:p>
            <a:r>
              <a:rPr lang="en-US" dirty="0"/>
              <a:t>http://bit.ly/mongoliadata </a:t>
            </a:r>
          </a:p>
          <a:p>
            <a:endParaRPr lang="en-US" dirty="0"/>
          </a:p>
          <a:p>
            <a:r>
              <a:rPr lang="mn-MN" b="1" dirty="0"/>
              <a:t>Эх сурвалж </a:t>
            </a:r>
            <a:r>
              <a:rPr lang="en-US" dirty="0"/>
              <a:t>– government ministry of agency</a:t>
            </a:r>
          </a:p>
          <a:p>
            <a:r>
              <a:rPr lang="mn-MN" b="1" dirty="0"/>
              <a:t>Нэр</a:t>
            </a:r>
            <a:r>
              <a:rPr lang="mn-MN" dirty="0"/>
              <a:t> – </a:t>
            </a:r>
            <a:r>
              <a:rPr lang="en-US" dirty="0"/>
              <a:t>Description of data</a:t>
            </a:r>
          </a:p>
          <a:p>
            <a:r>
              <a:rPr lang="mn-MN" b="1" dirty="0"/>
              <a:t>Төрөл</a:t>
            </a:r>
            <a:r>
              <a:rPr lang="en-US" dirty="0"/>
              <a:t> – format of data</a:t>
            </a:r>
          </a:p>
          <a:p>
            <a:r>
              <a:rPr lang="mn-MN" b="1" dirty="0"/>
              <a:t>Ангилал</a:t>
            </a:r>
            <a:r>
              <a:rPr lang="mn-MN" dirty="0"/>
              <a:t> –</a:t>
            </a:r>
            <a:r>
              <a:rPr lang="en-US" dirty="0"/>
              <a:t>category of data</a:t>
            </a:r>
          </a:p>
          <a:p>
            <a:r>
              <a:rPr lang="en-US" b="1" dirty="0"/>
              <a:t>Tags</a:t>
            </a:r>
            <a:r>
              <a:rPr lang="en-US" dirty="0"/>
              <a:t> (work in progress)</a:t>
            </a:r>
          </a:p>
          <a:p>
            <a:r>
              <a:rPr lang="mn-MN" b="1" dirty="0"/>
              <a:t>Холбоос</a:t>
            </a:r>
            <a:r>
              <a:rPr lang="en-US" dirty="0"/>
              <a:t> – link to data</a:t>
            </a:r>
            <a:endParaRPr lang="mn-M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5DD3A-A5C8-4A64-8F32-57D256EE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52" y="0"/>
            <a:ext cx="10927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1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2FCB-EC95-42ED-8BD9-8C4E3197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Representation of list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A65CCC-CF33-4BAF-8951-3AE956625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4858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602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A5D1-5407-4195-B3B6-31A103EF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Data is generally not useful by itself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04E7-3DAB-4F95-805C-35B08257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/>
              <a:t>Reports generally only measure one thing</a:t>
            </a:r>
          </a:p>
          <a:p>
            <a:pPr lvl="1"/>
            <a:r>
              <a:rPr lang="en-US"/>
              <a:t>Number of students</a:t>
            </a:r>
          </a:p>
          <a:p>
            <a:pPr lvl="1"/>
            <a:r>
              <a:rPr lang="en-US"/>
              <a:t>Number of schools</a:t>
            </a:r>
          </a:p>
          <a:p>
            <a:r>
              <a:rPr lang="en-US"/>
              <a:t>Combining those can tell you the average size of schools</a:t>
            </a:r>
          </a:p>
          <a:p>
            <a:r>
              <a:rPr lang="en-US"/>
              <a:t>Combine with other data and you could answer other questions!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A7A3D-81A3-436A-BA79-97DC1D3F0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7560"/>
            <a:ext cx="12192000" cy="32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8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0865-2953-4AE5-8029-2A6440F1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Lot’s of PDFs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92833D2-D6C8-4FC3-A61C-3FB4082F1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0816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10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BFAA0-08D4-4A13-8C5F-8195B31C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National Statistical Office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191C-4049-4977-BE98-69668208E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NSO has a very organized and large list of open data</a:t>
            </a:r>
          </a:p>
          <a:p>
            <a:r>
              <a:rPr lang="en-US" dirty="0"/>
              <a:t>Over 700 tables of data, organized by category</a:t>
            </a:r>
          </a:p>
          <a:p>
            <a:r>
              <a:rPr lang="en-US" dirty="0"/>
              <a:t>1212.mn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5E8EE-A330-468F-82C3-76C04E433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946" y="3429000"/>
            <a:ext cx="8966633" cy="4249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7330B4-B1CB-4D21-B5CA-17E6B1EC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1" y="3696855"/>
            <a:ext cx="27336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7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441D-AE2E-4F08-A026-3DFD19F4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43E13-B131-42CA-83FE-098980FC5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data list (Google Sheets): </a:t>
            </a:r>
            <a:r>
              <a:rPr lang="en-US" dirty="0">
                <a:hlinkClick r:id="rId2"/>
              </a:rPr>
              <a:t>http://bit.ly/mongoliadata</a:t>
            </a:r>
            <a:endParaRPr lang="en-US" dirty="0"/>
          </a:p>
          <a:p>
            <a:r>
              <a:rPr lang="en-US" dirty="0"/>
              <a:t>National Statistical Office: 1212.mn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 luck on your data search!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65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208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Open Data and Where to Find It</vt:lpstr>
      <vt:lpstr>Open Data List</vt:lpstr>
      <vt:lpstr>Representation of list</vt:lpstr>
      <vt:lpstr>Data is generally not useful by itself</vt:lpstr>
      <vt:lpstr>Lot’s of PDFs</vt:lpstr>
      <vt:lpstr>National Statistical Office</vt:lpstr>
      <vt:lpstr>Useful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Data and Where to Find It</dc:title>
  <dc:creator>Robert Ritz</dc:creator>
  <cp:lastModifiedBy>Robert Ritz</cp:lastModifiedBy>
  <cp:revision>5</cp:revision>
  <dcterms:created xsi:type="dcterms:W3CDTF">2019-03-20T23:32:09Z</dcterms:created>
  <dcterms:modified xsi:type="dcterms:W3CDTF">2019-03-21T06:12:10Z</dcterms:modified>
</cp:coreProperties>
</file>