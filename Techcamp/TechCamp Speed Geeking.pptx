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99" r:id="rId4"/>
    <p:sldId id="28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43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D4D4-E04C-4FFA-B0C1-94B8D07D3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27E1B6-227D-4B1A-836F-579D4D938D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DB103-1941-46D2-9172-77B6FAFD4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31F7F-F6BD-4DB7-B894-25BADD7A8849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1A700-84E8-480B-A621-D9A6EC4F6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E2FA7-41F0-4C70-9B94-A67F26361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49687-F7A7-430F-9EC9-262C1BC02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923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B3203-33EC-4A23-BA77-4F6747E52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C3887-6A26-4D8E-AB7F-9C27F795A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5C399-D706-449A-8694-C5A194BCA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31F7F-F6BD-4DB7-B894-25BADD7A8849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B4F0C-DF44-4455-BD24-FABF49333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961BC-6196-48E7-91BD-096506091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49687-F7A7-430F-9EC9-262C1BC02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734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8E95C-8E41-4B6A-B5BF-DEC4B6E65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9F3FD-A8E3-4293-B29E-B7FB74B55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7BB77-9D48-40D5-92CB-793C41497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31F7F-F6BD-4DB7-B894-25BADD7A8849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2FC44-E7BF-4D1F-B7D8-C5BE39673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A3462-F9B1-4C57-A81E-D04DFD81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49687-F7A7-430F-9EC9-262C1BC02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95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75FF-C5E7-447F-B45D-8038F70CD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E1B78-A1EE-41FD-A79E-6D35CA612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E7328-5297-4533-BC0D-8FE55211F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62B8E-6693-49B9-8EB5-57F11E1C3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31F7F-F6BD-4DB7-B894-25BADD7A8849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14CAE-A89F-4C59-B5A2-876B5FE50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59487-95C1-4775-96B1-4FB39770F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49687-F7A7-430F-9EC9-262C1BC02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04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9117C-382E-4B83-A091-A86D2315D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83731-D389-4B4F-AAC1-D88646852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CA81F-0DE1-4CE6-A17C-DDAABCE98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855E58-8004-404D-BBAE-F2AA03BE15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B000A6-F2F3-4154-B4EE-13275B465F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A95152-AF1F-49B0-932D-C724D0D85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31F7F-F6BD-4DB7-B894-25BADD7A8849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B78780-3458-41CA-98F8-849B5AF0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AA68A9-4892-4F2D-9787-5ECE3A7CD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49687-F7A7-430F-9EC9-262C1BC02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47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A2A7-F0F7-4A27-B35E-F4D86DC71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198AEC-BD80-450B-BA30-FDA8EBC52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31F7F-F6BD-4DB7-B894-25BADD7A8849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91D52-8D77-4654-B9AB-550EDCAC9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B52953-52C3-40C6-A44C-893DBCBC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49687-F7A7-430F-9EC9-262C1BC02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01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7425D9-8F47-436F-AAC2-13B4E4FEF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31F7F-F6BD-4DB7-B894-25BADD7A8849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CAB341-EDD5-4C72-B34E-6C8A4C27E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4D0EF-4B11-45FD-950E-FC2420FF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49687-F7A7-430F-9EC9-262C1BC02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224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40F0-9C3D-44FF-B581-2D870A73E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D7C8C-891A-4782-B2CA-166B20765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2F03B4-E7BA-4F69-B2BD-5C2045CBC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0CE37-FEA8-4239-9D6B-57FCEF9AF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31F7F-F6BD-4DB7-B894-25BADD7A8849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BA4EC-3863-4D64-959E-93708C8FB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08495-4FA0-4726-A791-004D7D89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49687-F7A7-430F-9EC9-262C1BC02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3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9203B-3B99-4E05-B478-876744A0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AA69C7-412D-42F8-80D8-DE17F9A69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21C6B-5E6E-4CAA-A3F7-8E9DA8D68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B959E-F5A4-498F-BA7A-FCD5B1113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31F7F-F6BD-4DB7-B894-25BADD7A8849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6984C-8DC4-4243-9C2E-480E4796E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381BA-7BDC-40E5-846F-5733081A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49687-F7A7-430F-9EC9-262C1BC02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71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C7154-5E6F-488E-8D78-6EB8CF1D5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2090AD-C64E-4A14-AADD-BA8718A08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E300B-7AC4-4BFB-9F17-CF7C435A2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31F7F-F6BD-4DB7-B894-25BADD7A8849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781B0-E61B-4886-92CF-28D491CAB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01324-D568-4034-B74C-124FA261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49687-F7A7-430F-9EC9-262C1BC02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00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91A87-4E4F-431F-A9B9-C8802474D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A21CA9-5975-46F8-9137-5A15D97D2A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85061-8B59-4B70-B6C7-09179961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31F7F-F6BD-4DB7-B894-25BADD7A8849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37B55-F908-4384-B987-EF7E739AB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82DDB-9B70-4879-A264-36F0B02C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49687-F7A7-430F-9EC9-262C1BC02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758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D4633A-372E-49AF-BCA9-A8CBDA5E7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50CB2-5F05-429E-9139-7A1D653D6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7F54C-0EC0-42C0-A4C4-82E0BCE948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31F7F-F6BD-4DB7-B894-25BADD7A8849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5C1E9-2F8C-474A-90DB-3F6AF7C347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72C6B-0C6C-417E-A813-2C03A6EA49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49687-F7A7-430F-9EC9-262C1BC02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22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08636-3E38-4D15-911A-9933DA6E4C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TechCamp</a:t>
            </a:r>
            <a:r>
              <a:rPr lang="en-US" dirty="0"/>
              <a:t> Speed </a:t>
            </a:r>
            <a:r>
              <a:rPr lang="en-US" dirty="0" err="1"/>
              <a:t>Geeking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570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40097357-940D-42AB-95DB-CEB4D51A60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665" y="0"/>
            <a:ext cx="9542670" cy="6858000"/>
          </a:xfrm>
        </p:spPr>
      </p:pic>
    </p:spTree>
    <p:extLst>
      <p:ext uri="{BB962C8B-B14F-4D97-AF65-F5344CB8AC3E}">
        <p14:creationId xmlns:p14="http://schemas.microsoft.com/office/powerpoint/2010/main" val="2868679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map&#10;&#10;Description automatically generated">
            <a:extLst>
              <a:ext uri="{FF2B5EF4-FFF2-40B4-BE49-F238E27FC236}">
                <a16:creationId xmlns:a16="http://schemas.microsoft.com/office/drawing/2014/main" id="{98633AB5-DB60-4002-A143-F9231E9116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" b="7527"/>
          <a:stretch/>
        </p:blipFill>
        <p:spPr>
          <a:xfrm>
            <a:off x="454613" y="0"/>
            <a:ext cx="112827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584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map&#10;&#10;Description automatically generated">
            <a:extLst>
              <a:ext uri="{FF2B5EF4-FFF2-40B4-BE49-F238E27FC236}">
                <a16:creationId xmlns:a16="http://schemas.microsoft.com/office/drawing/2014/main" id="{13898CE9-D308-4F3E-A7F4-56B111CF66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89" y="252028"/>
            <a:ext cx="11444422" cy="6353943"/>
          </a:xfrm>
        </p:spPr>
      </p:pic>
    </p:spTree>
    <p:extLst>
      <p:ext uri="{BB962C8B-B14F-4D97-AF65-F5344CB8AC3E}">
        <p14:creationId xmlns:p14="http://schemas.microsoft.com/office/powerpoint/2010/main" val="2248732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TechCamp Speed Geeking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TechCamp Speed Geeking</dc:title>
  <dc:creator>Robert Ritz</dc:creator>
  <cp:lastModifiedBy>Robert Ritz</cp:lastModifiedBy>
  <cp:revision>2</cp:revision>
  <dcterms:created xsi:type="dcterms:W3CDTF">2019-11-08T04:20:06Z</dcterms:created>
  <dcterms:modified xsi:type="dcterms:W3CDTF">2019-11-08T04:37:20Z</dcterms:modified>
</cp:coreProperties>
</file>